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the PPTX reference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sample demonstrates slide headings, body text, tables, images, and notes.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926080"/>
          <a:ext cx="3657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r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PPTX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Supported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560320"/>
            <a:ext cx="2743200" cy="13736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